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4D3E58-0EE5-4064-BC9F-D69505CFDADA}" v="3" dt="2025-12-02T13:34:26.6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6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10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2FFF362-36D6-A0FC-4E2D-2D343D8BA7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45423223-1639-2534-A1F1-4D2DDC20AD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A78D67C-37C6-EF94-C1AA-35B3D36C8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51DD8-7E47-45BD-BA5A-6C868FD037BD}" type="datetimeFigureOut">
              <a:rPr lang="it-IT" smtClean="0"/>
              <a:t>02/12/2025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13BA2E0-9284-1908-5E24-10717C5F0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C9286BE-3C99-FBB6-3734-0DFCF0477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561A0-6152-4B1A-92FA-D5DB6543C58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23221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F1D6E83-1374-26FA-629C-36748B0EC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0F57864-CE15-46E4-EBC2-8A3C6B1F2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0B6BB31-5B67-1420-7C2D-17641EDBE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51DD8-7E47-45BD-BA5A-6C868FD037BD}" type="datetimeFigureOut">
              <a:rPr lang="it-IT" smtClean="0"/>
              <a:t>02/12/2025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95EDB25-2984-5F05-ECBE-ADFD88F08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7FCDB83-C259-8BDB-381A-3072549B4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561A0-6152-4B1A-92FA-D5DB6543C58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36592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764C7C2-4A32-A1EB-832E-5D9DEA790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43CC6AF-09F2-55FF-E06B-6F9C6B9C24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B9F5430-0FB7-339B-0ED9-8AEAAA92F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51DD8-7E47-45BD-BA5A-6C868FD037BD}" type="datetimeFigureOut">
              <a:rPr lang="it-IT" smtClean="0"/>
              <a:t>02/12/2025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A651BAB-8914-FA8E-89AC-8F14AAC5D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140D7F0-7B03-6D4C-D81D-E3B42F883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561A0-6152-4B1A-92FA-D5DB6543C58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36428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BF2A356-7D94-210E-6709-CF870414C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D41ACAF-32F8-D888-E0FB-FAD07A8E4B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C7DA1598-CC6D-A350-4482-C74D395852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64FA77D-1F42-4F61-71D3-451679D62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51DD8-7E47-45BD-BA5A-6C868FD037BD}" type="datetimeFigureOut">
              <a:rPr lang="it-IT" smtClean="0"/>
              <a:t>02/12/2025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72AD0DE-02AA-D9E9-1AB7-68E72DEFC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68ABD84-443C-0E75-D307-FF40D42D2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561A0-6152-4B1A-92FA-D5DB6543C58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91698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E77976F-AC8D-CC24-9CCB-40D9B1809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CF64989-E2D0-FB44-3652-911DB62155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5BA0F0B5-D12C-A46B-25EF-C8871F0297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1C370ABD-98CC-D2C2-2AFA-2D900D2BA4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14DFD82F-D40B-847E-5250-3A496994BF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EE2FDF42-4219-9CA4-EA29-30E59218B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51DD8-7E47-45BD-BA5A-6C868FD037BD}" type="datetimeFigureOut">
              <a:rPr lang="it-IT" smtClean="0"/>
              <a:t>02/12/2025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26AC2753-A052-B042-41F9-F0FB476E8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4FD1C700-AE9C-36A9-F797-4A31DD520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561A0-6152-4B1A-92FA-D5DB6543C58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6499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5CA6B4C-20F4-8592-687A-999B6AB38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A2A4DD1B-4F9A-4C7F-6ACB-FC1ED3A95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51DD8-7E47-45BD-BA5A-6C868FD037BD}" type="datetimeFigureOut">
              <a:rPr lang="it-IT" smtClean="0"/>
              <a:t>02/12/2025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F35A6409-167C-97D6-5DE7-AA5FC7EB8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84156AF-38C5-BB63-17FE-A019DF063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561A0-6152-4B1A-92FA-D5DB6543C58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4905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6C551B8A-7BA1-3887-7310-E3C6F7A31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51DD8-7E47-45BD-BA5A-6C868FD037BD}" type="datetimeFigureOut">
              <a:rPr lang="it-IT" smtClean="0"/>
              <a:t>02/12/2025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3A5EF38-2BF3-0043-EA0F-63E2CC9ED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7943E03-8BE8-0583-D400-66126AC48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561A0-6152-4B1A-92FA-D5DB6543C58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97379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968E245-41D5-2931-ABB4-5F63067EE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6D4C340-1857-C14A-46B4-524C2CD96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DB5A3AEE-A5D8-B53B-3135-46C05E2FF9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5B43719-8951-E3E4-9E1D-A506E0316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51DD8-7E47-45BD-BA5A-6C868FD037BD}" type="datetimeFigureOut">
              <a:rPr lang="it-IT" smtClean="0"/>
              <a:t>02/12/2025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FD6D342-C4DB-B8AA-BD2D-CDFDF4B55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AEA5E5C-BF54-9BBF-3809-7F728641E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561A0-6152-4B1A-92FA-D5DB6543C58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54425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4B73AE9-4F5E-ABDE-5BE0-7CA294C05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57474E46-569C-4CA4-B363-B19B85B6A6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D6BFCACE-A614-4EEC-79FD-D9EF748545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1D49295-B9B5-1C11-3C5F-6C10E2DCF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51DD8-7E47-45BD-BA5A-6C868FD037BD}" type="datetimeFigureOut">
              <a:rPr lang="it-IT" smtClean="0"/>
              <a:t>02/12/2025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21BB014-F2AD-B0E7-35BC-4C35436B3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6540D169-D070-FDFA-0E7D-F4790C53A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561A0-6152-4B1A-92FA-D5DB6543C58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500306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16A2D7E-988D-D716-147B-E2E9BAD4E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32D9E7FE-5069-AFEB-E3A4-AF683227EE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53B7DE5-40C2-FB02-F2B9-30AF2D83F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51DD8-7E47-45BD-BA5A-6C868FD037BD}" type="datetimeFigureOut">
              <a:rPr lang="it-IT" smtClean="0"/>
              <a:t>02/12/2025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AD3B7CE-DDE9-2050-E040-5A38E6541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499A508-F410-9AEC-3E74-C6DA5FCFF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561A0-6152-4B1A-92FA-D5DB6543C58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1908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6B7557B4-5211-458C-1F95-DB5979B8FE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3151627D-5660-D211-9403-F6DF0700E4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4DA079A-C21A-59F7-A276-F8A99E44C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51DD8-7E47-45BD-BA5A-6C868FD037BD}" type="datetimeFigureOut">
              <a:rPr lang="it-IT" smtClean="0"/>
              <a:t>02/12/2025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9E2A88F-D019-714C-7306-B68C0ABD5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C62A09E-76A1-4A79-BD74-949EF8702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561A0-6152-4B1A-92FA-D5DB6543C58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04081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2D8929BE-1589-B0BB-CC13-C0802D378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03A1933-F9E4-B78C-1BF1-33BA336C64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93ED8DC-82B4-0624-5BDE-462253B73C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351DD8-7E47-45BD-BA5A-6C868FD037BD}" type="datetimeFigureOut">
              <a:rPr lang="it-IT" smtClean="0"/>
              <a:t>02/12/2025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C3473B9-E751-F784-DB1B-1D5D4455C4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2FDB484-7CE1-62B2-CE32-5DDD554E5B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C561A0-6152-4B1A-92FA-D5DB6543C58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72701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6FF74A96-3C46-6661-E82F-DA288F92DE42}"/>
              </a:ext>
            </a:extLst>
          </p:cNvPr>
          <p:cNvSpPr/>
          <p:nvPr/>
        </p:nvSpPr>
        <p:spPr>
          <a:xfrm>
            <a:off x="304799" y="255638"/>
            <a:ext cx="4237703" cy="291910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E069A7E5-4A8B-05C0-CDA1-A5E857C32C73}"/>
              </a:ext>
            </a:extLst>
          </p:cNvPr>
          <p:cNvSpPr/>
          <p:nvPr/>
        </p:nvSpPr>
        <p:spPr>
          <a:xfrm>
            <a:off x="1563328" y="1061883"/>
            <a:ext cx="2979174" cy="211285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A754A244-6503-B396-C16B-9BC01D0CE2FD}"/>
              </a:ext>
            </a:extLst>
          </p:cNvPr>
          <p:cNvSpPr/>
          <p:nvPr/>
        </p:nvSpPr>
        <p:spPr>
          <a:xfrm>
            <a:off x="2546554" y="1710812"/>
            <a:ext cx="1995948" cy="146392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BB059020-F92B-1289-C478-AD6224F45785}"/>
              </a:ext>
            </a:extLst>
          </p:cNvPr>
          <p:cNvSpPr txBox="1"/>
          <p:nvPr/>
        </p:nvSpPr>
        <p:spPr>
          <a:xfrm>
            <a:off x="294966" y="255638"/>
            <a:ext cx="20254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>
                <a:solidFill>
                  <a:schemeClr val="bg1"/>
                </a:solidFill>
              </a:rPr>
              <a:t>Aeroporto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E64401FF-8C7E-2916-89D8-BA430697E424}"/>
              </a:ext>
            </a:extLst>
          </p:cNvPr>
          <p:cNvSpPr txBox="1"/>
          <p:nvPr/>
        </p:nvSpPr>
        <p:spPr>
          <a:xfrm>
            <a:off x="1563328" y="1074278"/>
            <a:ext cx="2133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>
                <a:solidFill>
                  <a:schemeClr val="bg1"/>
                </a:solidFill>
              </a:rPr>
              <a:t>Terminal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19AEBA98-CE1D-2167-D998-25E0469E79FD}"/>
              </a:ext>
            </a:extLst>
          </p:cNvPr>
          <p:cNvSpPr txBox="1"/>
          <p:nvPr/>
        </p:nvSpPr>
        <p:spPr>
          <a:xfrm>
            <a:off x="2536721" y="1712960"/>
            <a:ext cx="1376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Gate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CCE3F645-5A21-CC62-9997-E14E6AAC75B1}"/>
              </a:ext>
            </a:extLst>
          </p:cNvPr>
          <p:cNvSpPr/>
          <p:nvPr/>
        </p:nvSpPr>
        <p:spPr>
          <a:xfrm>
            <a:off x="294965" y="4277031"/>
            <a:ext cx="2025445" cy="1287159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it-IT" sz="2400" dirty="0"/>
              <a:t>Volo Programmato</a:t>
            </a:r>
          </a:p>
        </p:txBody>
      </p:sp>
      <p:sp>
        <p:nvSpPr>
          <p:cNvPr id="25" name="Rettangolo 24">
            <a:extLst>
              <a:ext uri="{FF2B5EF4-FFF2-40B4-BE49-F238E27FC236}">
                <a16:creationId xmlns:a16="http://schemas.microsoft.com/office/drawing/2014/main" id="{C1FCD21D-60B2-FE2A-73CE-C0CE5A209FBB}"/>
              </a:ext>
            </a:extLst>
          </p:cNvPr>
          <p:cNvSpPr/>
          <p:nvPr/>
        </p:nvSpPr>
        <p:spPr>
          <a:xfrm>
            <a:off x="6186946" y="277529"/>
            <a:ext cx="2462984" cy="1287159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it-IT" sz="2400" dirty="0"/>
              <a:t>Prenotazione</a:t>
            </a:r>
          </a:p>
        </p:txBody>
      </p:sp>
      <p:sp>
        <p:nvSpPr>
          <p:cNvPr id="26" name="Rettangolo 25">
            <a:extLst>
              <a:ext uri="{FF2B5EF4-FFF2-40B4-BE49-F238E27FC236}">
                <a16:creationId xmlns:a16="http://schemas.microsoft.com/office/drawing/2014/main" id="{E069A7E5-4A8B-05C0-CDA1-A5E857C32C73}"/>
              </a:ext>
            </a:extLst>
          </p:cNvPr>
          <p:cNvSpPr/>
          <p:nvPr/>
        </p:nvSpPr>
        <p:spPr>
          <a:xfrm>
            <a:off x="5928851" y="4298919"/>
            <a:ext cx="2979174" cy="211285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it-IT" sz="2000" dirty="0"/>
              <a:t>Biglietto</a:t>
            </a:r>
          </a:p>
        </p:txBody>
      </p:sp>
      <p:sp>
        <p:nvSpPr>
          <p:cNvPr id="27" name="Rettangolo 26">
            <a:extLst>
              <a:ext uri="{FF2B5EF4-FFF2-40B4-BE49-F238E27FC236}">
                <a16:creationId xmlns:a16="http://schemas.microsoft.com/office/drawing/2014/main" id="{A754A244-6503-B396-C16B-9BC01D0CE2FD}"/>
              </a:ext>
            </a:extLst>
          </p:cNvPr>
          <p:cNvSpPr/>
          <p:nvPr/>
        </p:nvSpPr>
        <p:spPr>
          <a:xfrm>
            <a:off x="6916992" y="4947849"/>
            <a:ext cx="1995948" cy="146392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it-IT" sz="1400" dirty="0"/>
              <a:t>Passeggero</a:t>
            </a:r>
          </a:p>
        </p:txBody>
      </p:sp>
      <p:cxnSp>
        <p:nvCxnSpPr>
          <p:cNvPr id="31" name="Connettore 2 30">
            <a:extLst>
              <a:ext uri="{FF2B5EF4-FFF2-40B4-BE49-F238E27FC236}">
                <a16:creationId xmlns:a16="http://schemas.microsoft.com/office/drawing/2014/main" id="{6D4C8F8E-65B1-1749-4A86-00A3A9EB16B2}"/>
              </a:ext>
            </a:extLst>
          </p:cNvPr>
          <p:cNvCxnSpPr>
            <a:cxnSpLocks/>
            <a:stCxn id="25" idx="2"/>
            <a:endCxn id="26" idx="0"/>
          </p:cNvCxnSpPr>
          <p:nvPr/>
        </p:nvCxnSpPr>
        <p:spPr>
          <a:xfrm>
            <a:off x="7418438" y="1564688"/>
            <a:ext cx="0" cy="27342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Rettangolo 37">
            <a:extLst>
              <a:ext uri="{FF2B5EF4-FFF2-40B4-BE49-F238E27FC236}">
                <a16:creationId xmlns:a16="http://schemas.microsoft.com/office/drawing/2014/main" id="{4B641296-5868-3ACD-DB25-D4C6D5FE753B}"/>
              </a:ext>
            </a:extLst>
          </p:cNvPr>
          <p:cNvSpPr/>
          <p:nvPr/>
        </p:nvSpPr>
        <p:spPr>
          <a:xfrm>
            <a:off x="9215282" y="255638"/>
            <a:ext cx="2462984" cy="1287159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it-IT" sz="2400" dirty="0"/>
              <a:t>Compagnia</a:t>
            </a:r>
          </a:p>
        </p:txBody>
      </p:sp>
      <p:sp>
        <p:nvSpPr>
          <p:cNvPr id="39" name="Rettangolo 38">
            <a:extLst>
              <a:ext uri="{FF2B5EF4-FFF2-40B4-BE49-F238E27FC236}">
                <a16:creationId xmlns:a16="http://schemas.microsoft.com/office/drawing/2014/main" id="{2AB1C45F-7297-371F-9385-FA8A25888AA2}"/>
              </a:ext>
            </a:extLst>
          </p:cNvPr>
          <p:cNvSpPr/>
          <p:nvPr/>
        </p:nvSpPr>
        <p:spPr>
          <a:xfrm>
            <a:off x="9215282" y="4257364"/>
            <a:ext cx="2462984" cy="1287159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it-IT" sz="2400" dirty="0"/>
              <a:t>Aeromobile</a:t>
            </a:r>
          </a:p>
        </p:txBody>
      </p:sp>
      <p:cxnSp>
        <p:nvCxnSpPr>
          <p:cNvPr id="40" name="Connettore 2 39">
            <a:extLst>
              <a:ext uri="{FF2B5EF4-FFF2-40B4-BE49-F238E27FC236}">
                <a16:creationId xmlns:a16="http://schemas.microsoft.com/office/drawing/2014/main" id="{C6421D80-EB29-C689-6343-A588E3037C37}"/>
              </a:ext>
            </a:extLst>
          </p:cNvPr>
          <p:cNvCxnSpPr>
            <a:stCxn id="38" idx="2"/>
            <a:endCxn id="39" idx="0"/>
          </p:cNvCxnSpPr>
          <p:nvPr/>
        </p:nvCxnSpPr>
        <p:spPr>
          <a:xfrm>
            <a:off x="10446774" y="1542797"/>
            <a:ext cx="0" cy="27145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Connettore diritto 47">
            <a:extLst>
              <a:ext uri="{FF2B5EF4-FFF2-40B4-BE49-F238E27FC236}">
                <a16:creationId xmlns:a16="http://schemas.microsoft.com/office/drawing/2014/main" id="{190E5A61-38F1-056C-264C-1F6D0060CA89}"/>
              </a:ext>
            </a:extLst>
          </p:cNvPr>
          <p:cNvCxnSpPr>
            <a:stCxn id="14" idx="0"/>
          </p:cNvCxnSpPr>
          <p:nvPr/>
        </p:nvCxnSpPr>
        <p:spPr>
          <a:xfrm flipH="1" flipV="1">
            <a:off x="1307687" y="3755923"/>
            <a:ext cx="1" cy="52110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Connettore diritto 49">
            <a:extLst>
              <a:ext uri="{FF2B5EF4-FFF2-40B4-BE49-F238E27FC236}">
                <a16:creationId xmlns:a16="http://schemas.microsoft.com/office/drawing/2014/main" id="{AADCB1D4-146E-DE42-F49C-707CB5A77C3A}"/>
              </a:ext>
            </a:extLst>
          </p:cNvPr>
          <p:cNvCxnSpPr>
            <a:cxnSpLocks/>
          </p:cNvCxnSpPr>
          <p:nvPr/>
        </p:nvCxnSpPr>
        <p:spPr>
          <a:xfrm>
            <a:off x="1307687" y="3746090"/>
            <a:ext cx="372151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Connettore diritto 51">
            <a:extLst>
              <a:ext uri="{FF2B5EF4-FFF2-40B4-BE49-F238E27FC236}">
                <a16:creationId xmlns:a16="http://schemas.microsoft.com/office/drawing/2014/main" id="{79377F34-1BB2-584A-6CE4-C58432C75FAF}"/>
              </a:ext>
            </a:extLst>
          </p:cNvPr>
          <p:cNvCxnSpPr/>
          <p:nvPr/>
        </p:nvCxnSpPr>
        <p:spPr>
          <a:xfrm flipV="1">
            <a:off x="5029198" y="899217"/>
            <a:ext cx="0" cy="285670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Connettore 2 53">
            <a:extLst>
              <a:ext uri="{FF2B5EF4-FFF2-40B4-BE49-F238E27FC236}">
                <a16:creationId xmlns:a16="http://schemas.microsoft.com/office/drawing/2014/main" id="{3F20FEE9-5436-D6D2-2998-316F2945983A}"/>
              </a:ext>
            </a:extLst>
          </p:cNvPr>
          <p:cNvCxnSpPr>
            <a:cxnSpLocks/>
            <a:endCxn id="25" idx="1"/>
          </p:cNvCxnSpPr>
          <p:nvPr/>
        </p:nvCxnSpPr>
        <p:spPr>
          <a:xfrm>
            <a:off x="5029198" y="921109"/>
            <a:ext cx="11577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Connettore diritto 58">
            <a:extLst>
              <a:ext uri="{FF2B5EF4-FFF2-40B4-BE49-F238E27FC236}">
                <a16:creationId xmlns:a16="http://schemas.microsoft.com/office/drawing/2014/main" id="{D5D70469-6394-DEC4-2DC6-3D205E53BF79}"/>
              </a:ext>
            </a:extLst>
          </p:cNvPr>
          <p:cNvCxnSpPr>
            <a:cxnSpLocks/>
          </p:cNvCxnSpPr>
          <p:nvPr/>
        </p:nvCxnSpPr>
        <p:spPr>
          <a:xfrm flipV="1">
            <a:off x="3529779" y="5564188"/>
            <a:ext cx="1" cy="65963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0" name="CasellaDiTesto 59">
            <a:extLst>
              <a:ext uri="{FF2B5EF4-FFF2-40B4-BE49-F238E27FC236}">
                <a16:creationId xmlns:a16="http://schemas.microsoft.com/office/drawing/2014/main" id="{8AF4F81D-4E6C-A522-D179-F27B12E4A71F}"/>
              </a:ext>
            </a:extLst>
          </p:cNvPr>
          <p:cNvSpPr txBox="1"/>
          <p:nvPr/>
        </p:nvSpPr>
        <p:spPr>
          <a:xfrm>
            <a:off x="7369280" y="3929587"/>
            <a:ext cx="358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n</a:t>
            </a:r>
          </a:p>
        </p:txBody>
      </p:sp>
      <p:sp>
        <p:nvSpPr>
          <p:cNvPr id="61" name="CasellaDiTesto 60">
            <a:extLst>
              <a:ext uri="{FF2B5EF4-FFF2-40B4-BE49-F238E27FC236}">
                <a16:creationId xmlns:a16="http://schemas.microsoft.com/office/drawing/2014/main" id="{10853FBC-E016-04F0-EFD3-6A8BE474F6E6}"/>
              </a:ext>
            </a:extLst>
          </p:cNvPr>
          <p:cNvSpPr txBox="1"/>
          <p:nvPr/>
        </p:nvSpPr>
        <p:spPr>
          <a:xfrm>
            <a:off x="10397615" y="3888032"/>
            <a:ext cx="358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n</a:t>
            </a:r>
          </a:p>
        </p:txBody>
      </p:sp>
      <p:sp>
        <p:nvSpPr>
          <p:cNvPr id="62" name="CasellaDiTesto 61">
            <a:extLst>
              <a:ext uri="{FF2B5EF4-FFF2-40B4-BE49-F238E27FC236}">
                <a16:creationId xmlns:a16="http://schemas.microsoft.com/office/drawing/2014/main" id="{F953DB73-A068-DB58-8090-D69EB058C910}"/>
              </a:ext>
            </a:extLst>
          </p:cNvPr>
          <p:cNvSpPr txBox="1"/>
          <p:nvPr/>
        </p:nvSpPr>
        <p:spPr>
          <a:xfrm>
            <a:off x="5891984" y="554528"/>
            <a:ext cx="358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n</a:t>
            </a:r>
          </a:p>
        </p:txBody>
      </p:sp>
      <p:sp>
        <p:nvSpPr>
          <p:cNvPr id="63" name="CasellaDiTesto 62">
            <a:extLst>
              <a:ext uri="{FF2B5EF4-FFF2-40B4-BE49-F238E27FC236}">
                <a16:creationId xmlns:a16="http://schemas.microsoft.com/office/drawing/2014/main" id="{49EE6087-16C6-6828-1786-498952805E5D}"/>
              </a:ext>
            </a:extLst>
          </p:cNvPr>
          <p:cNvSpPr txBox="1"/>
          <p:nvPr/>
        </p:nvSpPr>
        <p:spPr>
          <a:xfrm>
            <a:off x="3261851" y="5524671"/>
            <a:ext cx="358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0</a:t>
            </a:r>
          </a:p>
        </p:txBody>
      </p:sp>
      <p:sp>
        <p:nvSpPr>
          <p:cNvPr id="64" name="CasellaDiTesto 63">
            <a:extLst>
              <a:ext uri="{FF2B5EF4-FFF2-40B4-BE49-F238E27FC236}">
                <a16:creationId xmlns:a16="http://schemas.microsoft.com/office/drawing/2014/main" id="{A2406E32-E5C2-F372-1A81-869774A819C6}"/>
              </a:ext>
            </a:extLst>
          </p:cNvPr>
          <p:cNvSpPr txBox="1"/>
          <p:nvPr/>
        </p:nvSpPr>
        <p:spPr>
          <a:xfrm>
            <a:off x="1275736" y="5473256"/>
            <a:ext cx="358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n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98A96F4E-4C02-3FA4-64D5-4AFAD5AAB9BA}"/>
              </a:ext>
            </a:extLst>
          </p:cNvPr>
          <p:cNvSpPr/>
          <p:nvPr/>
        </p:nvSpPr>
        <p:spPr>
          <a:xfrm>
            <a:off x="2642420" y="4266326"/>
            <a:ext cx="2979174" cy="211285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it-IT" sz="2000" dirty="0"/>
              <a:t>Volo Operativo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9282B38C-5306-D9C9-651E-B2701C2649F9}"/>
              </a:ext>
            </a:extLst>
          </p:cNvPr>
          <p:cNvSpPr/>
          <p:nvPr/>
        </p:nvSpPr>
        <p:spPr>
          <a:xfrm>
            <a:off x="3630561" y="4915256"/>
            <a:ext cx="1995948" cy="146392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it-IT" sz="1400" dirty="0"/>
              <a:t>Personale</a:t>
            </a:r>
          </a:p>
        </p:txBody>
      </p:sp>
      <p:cxnSp>
        <p:nvCxnSpPr>
          <p:cNvPr id="18" name="Connettore a gomito 17">
            <a:extLst>
              <a:ext uri="{FF2B5EF4-FFF2-40B4-BE49-F238E27FC236}">
                <a16:creationId xmlns:a16="http://schemas.microsoft.com/office/drawing/2014/main" id="{5663A243-D594-F02A-0C75-4EA7303985AC}"/>
              </a:ext>
            </a:extLst>
          </p:cNvPr>
          <p:cNvCxnSpPr>
            <a:cxnSpLocks/>
            <a:endCxn id="14" idx="2"/>
          </p:cNvCxnSpPr>
          <p:nvPr/>
        </p:nvCxnSpPr>
        <p:spPr>
          <a:xfrm rot="10800000">
            <a:off x="1307688" y="5564191"/>
            <a:ext cx="2133600" cy="81499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988745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</Words>
  <Application>Microsoft Office PowerPoint</Application>
  <PresentationFormat>Widescreen</PresentationFormat>
  <Paragraphs>16</Paragraphs>
  <Slides>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di Office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Raffaele Fiorini</dc:creator>
  <cp:lastModifiedBy>Raffaele Fiorini</cp:lastModifiedBy>
  <cp:revision>3</cp:revision>
  <dcterms:created xsi:type="dcterms:W3CDTF">2025-12-02T13:05:53Z</dcterms:created>
  <dcterms:modified xsi:type="dcterms:W3CDTF">2025-12-02T13:46:01Z</dcterms:modified>
</cp:coreProperties>
</file>